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>
        <p:scale>
          <a:sx n="90" d="100"/>
          <a:sy n="90" d="100"/>
        </p:scale>
        <p:origin x="-1611" y="-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4AB87-80CF-4E63-BEA1-7052A5D56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1AA208-184E-408A-B5E4-7D0292041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4B032-024F-44CF-9447-8B52D2F98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09155-D8F6-48B2-8D13-065FE602D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69049-F6D2-4748-8E74-255DEBFC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92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0094F-A1C7-4FCA-9F4F-8EA52428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9C0A7-3809-44FE-9C53-16AF8A78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B2A7C3-EED3-4115-B6C4-A3050B43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EAD9DB-D8D7-4612-8541-5639F6A5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69A75-6042-461D-8657-4A25F25C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69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D7444-C953-462D-8B64-55C0CDA9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186E62-DC38-42AF-9492-2770C902B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C5A2D-EC81-4101-A42C-A8110A67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AE97C-7427-4157-B435-E120AF24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B74B4-0D2E-4F89-81B4-D7E74149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9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2D42B-451A-4513-8451-0E2AF9C0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062DA-0E7B-4662-BE64-3B026FBE6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E6110D-8B1B-4F89-91BF-95C772109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8316A5-7B67-45D9-A30B-DE19D0C9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6A5805-115D-495B-A1ED-2240373E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E3C8C-12A5-4C81-94AC-B18281FC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51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0652B-F749-42C7-A53E-DB05959E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E96C93-5CCD-4B53-BB13-6521DF447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D34458-1358-479E-A361-F5EF7C2E9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A2529C-86F8-4AF2-97E2-CFD91EE86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35871B-2AF5-407C-949E-DF5A8F766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E48BE2-37ED-4AFE-A21A-14CC3517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2170C7-0B96-4140-BF66-F333B022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4F254D-DA9F-4D1E-81B3-64553AD7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77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F7F63-2B33-4026-BBA1-8C97A71A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DDA06B-4BED-427E-9874-AE3DE264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8ED3A8-FF6E-40D7-B287-4E005E9B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29CF4C-F0B8-4D66-B5D3-31EAB372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18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E99625-7714-46D4-82C6-7CFC2E19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737796-EC33-4EE6-9F33-2E764FB31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F810B7-D984-4FFA-B3C8-FF3AD38E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3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8DCD7-29C8-401A-A470-594BB12E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BC37B9-B87B-40A0-8897-58D9B7456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09C02F-78EC-4B33-8CAD-A6621DD20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1D617D-E3C7-4547-B778-F98C0238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E1A8BE-0D10-4675-B94E-3A34E5C9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51CCC6-6AD1-46C7-911D-3B4C8414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350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CB990-8B16-496E-8C46-E0E28C08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A89D8-A497-4EF3-9C4B-A665CA51A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9DE7D2-954E-41E6-853F-9A0D450AF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0B81AA-2ABC-4DF8-A01E-E18C5E08F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02A47E-DE01-4B5D-ABDB-F4F7A542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BD1054-078E-4692-8262-541AA5D3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09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30843-D829-4E62-ACAE-5FCD0E97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D8763E-2A42-4DBC-BF08-E341E821B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4563CD-CBB1-4240-AD6C-6C50B746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45747-C6D8-4EA3-A1DE-ED0ED889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158-F79E-4573-B2F4-DC189CFD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53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FDFC88-7DB6-4249-AA85-E4EEBDF41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304914-7093-4EF3-B0B1-DAB64A0A9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03832-C11E-42C3-9862-AAF65593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10270-514B-403C-8C1F-AA1CF8E4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FAF56F-EA73-457D-A37C-0D462550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860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D64677-3FD3-4DE5-B438-E317CBB5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40E25-39E5-42CA-9F49-7D52F457A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CF6A3-6A4F-458C-A421-FBC283D39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AE066-5E9E-42C2-955F-7A8FF2594699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068739-BB34-4C9A-BB8D-CDDF6DE51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64F632-8DD6-4C62-A03C-D858094EA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F260-95D2-402D-960C-5D17670FE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51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44C76-AC65-4AD6-9DAB-E9E2CA6FF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18455" y="9409757"/>
            <a:ext cx="3496987" cy="624378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2AD5A8-2518-4A3D-B9EF-96F7F0812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313" y="8054769"/>
            <a:ext cx="6586330" cy="122837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79B7A25-B0CC-461E-91DE-6CA2AAB832A7}"/>
              </a:ext>
            </a:extLst>
          </p:cNvPr>
          <p:cNvSpPr/>
          <p:nvPr/>
        </p:nvSpPr>
        <p:spPr>
          <a:xfrm>
            <a:off x="4297739" y="0"/>
            <a:ext cx="3596521" cy="68580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5C0FB1-4829-4A1D-B366-59AAB4E7D6DD}"/>
              </a:ext>
            </a:extLst>
          </p:cNvPr>
          <p:cNvCxnSpPr>
            <a:cxnSpLocks/>
          </p:cNvCxnSpPr>
          <p:nvPr/>
        </p:nvCxnSpPr>
        <p:spPr>
          <a:xfrm>
            <a:off x="4316789" y="400050"/>
            <a:ext cx="355842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EA5B51-7A21-4DE3-A8A1-B7B7E32293E5}"/>
              </a:ext>
            </a:extLst>
          </p:cNvPr>
          <p:cNvCxnSpPr>
            <a:cxnSpLocks/>
          </p:cNvCxnSpPr>
          <p:nvPr/>
        </p:nvCxnSpPr>
        <p:spPr>
          <a:xfrm>
            <a:off x="4316789" y="962025"/>
            <a:ext cx="355842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0DA226B9-B716-4C8E-A1B4-EB8ACFFFA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788" y="400050"/>
            <a:ext cx="3558421" cy="57639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82B2043-59D7-49EE-B2E3-291FD5A60622}"/>
              </a:ext>
            </a:extLst>
          </p:cNvPr>
          <p:cNvSpPr/>
          <p:nvPr/>
        </p:nvSpPr>
        <p:spPr>
          <a:xfrm>
            <a:off x="7000875" y="463490"/>
            <a:ext cx="514350" cy="4000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CEB1640-8CFB-4AA1-8C5F-AABDAA18B75D}"/>
              </a:ext>
            </a:extLst>
          </p:cNvPr>
          <p:cNvSpPr/>
          <p:nvPr/>
        </p:nvSpPr>
        <p:spPr>
          <a:xfrm>
            <a:off x="4400962" y="5828108"/>
            <a:ext cx="3390072" cy="5000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5B386E62-1B76-426D-B761-9717B1BD057B}"/>
              </a:ext>
            </a:extLst>
          </p:cNvPr>
          <p:cNvSpPr/>
          <p:nvPr/>
        </p:nvSpPr>
        <p:spPr>
          <a:xfrm>
            <a:off x="7400925" y="5938837"/>
            <a:ext cx="331718" cy="311943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上 18">
            <a:extLst>
              <a:ext uri="{FF2B5EF4-FFF2-40B4-BE49-F238E27FC236}">
                <a16:creationId xmlns:a16="http://schemas.microsoft.com/office/drawing/2014/main" id="{DC453C2E-088B-42D8-AAE5-0C5DA5C5F243}"/>
              </a:ext>
            </a:extLst>
          </p:cNvPr>
          <p:cNvSpPr/>
          <p:nvPr/>
        </p:nvSpPr>
        <p:spPr>
          <a:xfrm>
            <a:off x="7539580" y="6026312"/>
            <a:ext cx="54407" cy="136991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加号 20">
            <a:extLst>
              <a:ext uri="{FF2B5EF4-FFF2-40B4-BE49-F238E27FC236}">
                <a16:creationId xmlns:a16="http://schemas.microsoft.com/office/drawing/2014/main" id="{477CA594-D7DE-4A06-B53A-7F90BE39C5FA}"/>
              </a:ext>
            </a:extLst>
          </p:cNvPr>
          <p:cNvSpPr/>
          <p:nvPr/>
        </p:nvSpPr>
        <p:spPr>
          <a:xfrm>
            <a:off x="4479961" y="5982886"/>
            <a:ext cx="214312" cy="223838"/>
          </a:xfrm>
          <a:prstGeom prst="mathPl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D3655CF3-8996-44CA-B3E1-5D8CE42A0F17}"/>
              </a:ext>
            </a:extLst>
          </p:cNvPr>
          <p:cNvSpPr/>
          <p:nvPr/>
        </p:nvSpPr>
        <p:spPr>
          <a:xfrm>
            <a:off x="6965981" y="5938834"/>
            <a:ext cx="331718" cy="311943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644C890-8E89-4B71-A396-9F4F5FB41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723" y="991944"/>
            <a:ext cx="3564486" cy="116577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66C253D-4788-4A30-86D6-156A89BC3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723" y="2173598"/>
            <a:ext cx="3584043" cy="115761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83AB7621-6997-46B6-97AB-05C27B8C56D9}"/>
              </a:ext>
            </a:extLst>
          </p:cNvPr>
          <p:cNvSpPr txBox="1"/>
          <p:nvPr/>
        </p:nvSpPr>
        <p:spPr>
          <a:xfrm>
            <a:off x="1678774" y="637033"/>
            <a:ext cx="265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点击这里，滑出侧边栏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5F784A8-2901-4F03-8516-0AB761C8410D}"/>
              </a:ext>
            </a:extLst>
          </p:cNvPr>
          <p:cNvCxnSpPr>
            <a:cxnSpLocks/>
          </p:cNvCxnSpPr>
          <p:nvPr/>
        </p:nvCxnSpPr>
        <p:spPr>
          <a:xfrm flipH="1">
            <a:off x="4057651" y="712229"/>
            <a:ext cx="422310" cy="109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BCCF571-69D4-4A2B-A077-24210E17F8E8}"/>
              </a:ext>
            </a:extLst>
          </p:cNvPr>
          <p:cNvSpPr txBox="1"/>
          <p:nvPr/>
        </p:nvSpPr>
        <p:spPr>
          <a:xfrm>
            <a:off x="1360476" y="1297270"/>
            <a:ext cx="2653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显示用户使用的大模型名字和版本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F9CCFF1-F524-4693-B53E-B0D77965F971}"/>
              </a:ext>
            </a:extLst>
          </p:cNvPr>
          <p:cNvCxnSpPr/>
          <p:nvPr/>
        </p:nvCxnSpPr>
        <p:spPr>
          <a:xfrm flipH="1">
            <a:off x="3778250" y="821699"/>
            <a:ext cx="1727200" cy="683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82473C-19EC-4CE0-965B-1DF0ABDDB0A8}"/>
              </a:ext>
            </a:extLst>
          </p:cNvPr>
          <p:cNvSpPr txBox="1"/>
          <p:nvPr/>
        </p:nvSpPr>
        <p:spPr>
          <a:xfrm>
            <a:off x="8386467" y="239994"/>
            <a:ext cx="2072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点击此图标，总结笔记功能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906A8119-762E-48E1-8A7E-BF787F250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508" y="467715"/>
            <a:ext cx="410702" cy="416925"/>
          </a:xfrm>
          <a:prstGeom prst="rect">
            <a:avLst/>
          </a:prstGeom>
        </p:spPr>
      </p:pic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007CC89-ED63-4937-821E-F21D238FF3BD}"/>
              </a:ext>
            </a:extLst>
          </p:cNvPr>
          <p:cNvCxnSpPr>
            <a:cxnSpLocks/>
          </p:cNvCxnSpPr>
          <p:nvPr/>
        </p:nvCxnSpPr>
        <p:spPr>
          <a:xfrm flipV="1">
            <a:off x="7822820" y="463491"/>
            <a:ext cx="671890" cy="212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14EC2F1-75C6-42B9-ABB2-2A395B5F753B}"/>
              </a:ext>
            </a:extLst>
          </p:cNvPr>
          <p:cNvSpPr txBox="1"/>
          <p:nvPr/>
        </p:nvSpPr>
        <p:spPr>
          <a:xfrm flipH="1">
            <a:off x="517256" y="4932081"/>
            <a:ext cx="3773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点击此处加号，出现条目和小图标，图像，文件等等，还没想完全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436791A-BC58-4A4B-94F7-49EFB7148D52}"/>
              </a:ext>
            </a:extLst>
          </p:cNvPr>
          <p:cNvCxnSpPr/>
          <p:nvPr/>
        </p:nvCxnSpPr>
        <p:spPr>
          <a:xfrm flipH="1" flipV="1">
            <a:off x="2797816" y="5581348"/>
            <a:ext cx="1562101" cy="452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4CDF274-DCB5-4AE1-BE74-E54AF42F91CF}"/>
              </a:ext>
            </a:extLst>
          </p:cNvPr>
          <p:cNvSpPr txBox="1"/>
          <p:nvPr/>
        </p:nvSpPr>
        <p:spPr>
          <a:xfrm>
            <a:off x="8266110" y="5901513"/>
            <a:ext cx="2943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点击此图标则发送信息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83B0DFA-8DD8-4A38-8C1E-62130F66E991}"/>
              </a:ext>
            </a:extLst>
          </p:cNvPr>
          <p:cNvCxnSpPr/>
          <p:nvPr/>
        </p:nvCxnSpPr>
        <p:spPr>
          <a:xfrm>
            <a:off x="7732643" y="5955650"/>
            <a:ext cx="653824" cy="81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BA7DA8FB-6C3B-4646-8147-B1B44B20B294}"/>
              </a:ext>
            </a:extLst>
          </p:cNvPr>
          <p:cNvSpPr txBox="1"/>
          <p:nvPr/>
        </p:nvSpPr>
        <p:spPr>
          <a:xfrm>
            <a:off x="8580435" y="4429126"/>
            <a:ext cx="2628900" cy="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点此处录音小图标，则用户语音输入转文字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9DE8DE7-FABE-46D1-9E1C-A7465993D7D9}"/>
              </a:ext>
            </a:extLst>
          </p:cNvPr>
          <p:cNvCxnSpPr>
            <a:cxnSpLocks/>
          </p:cNvCxnSpPr>
          <p:nvPr/>
        </p:nvCxnSpPr>
        <p:spPr>
          <a:xfrm flipV="1">
            <a:off x="7221576" y="4991126"/>
            <a:ext cx="1448595" cy="895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9FADF758-A353-490F-90D0-78AD63BCDC2B}"/>
              </a:ext>
            </a:extLst>
          </p:cNvPr>
          <p:cNvSpPr txBox="1"/>
          <p:nvPr/>
        </p:nvSpPr>
        <p:spPr>
          <a:xfrm>
            <a:off x="5035030" y="33876"/>
            <a:ext cx="157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手机刘海</a:t>
            </a:r>
          </a:p>
        </p:txBody>
      </p:sp>
    </p:spTree>
    <p:extLst>
      <p:ext uri="{BB962C8B-B14F-4D97-AF65-F5344CB8AC3E}">
        <p14:creationId xmlns:p14="http://schemas.microsoft.com/office/powerpoint/2010/main" val="4106691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44C76-AC65-4AD6-9DAB-E9E2CA6FF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18455" y="9409757"/>
            <a:ext cx="3496987" cy="624378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2AD5A8-2518-4A3D-B9EF-96F7F0812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313" y="8054769"/>
            <a:ext cx="6586330" cy="122837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79B7A25-B0CC-461E-91DE-6CA2AAB832A7}"/>
              </a:ext>
            </a:extLst>
          </p:cNvPr>
          <p:cNvSpPr/>
          <p:nvPr/>
        </p:nvSpPr>
        <p:spPr>
          <a:xfrm>
            <a:off x="4297739" y="0"/>
            <a:ext cx="3596521" cy="68580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15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44C76-AC65-4AD6-9DAB-E9E2CA6FF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18455" y="9409757"/>
            <a:ext cx="3496987" cy="624378"/>
          </a:xfrm>
        </p:spPr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2AD5A8-2518-4A3D-B9EF-96F7F0812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313" y="8054769"/>
            <a:ext cx="6586330" cy="122837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79B7A25-B0CC-461E-91DE-6CA2AAB832A7}"/>
              </a:ext>
            </a:extLst>
          </p:cNvPr>
          <p:cNvSpPr/>
          <p:nvPr/>
        </p:nvSpPr>
        <p:spPr>
          <a:xfrm>
            <a:off x="4297739" y="0"/>
            <a:ext cx="3596521" cy="68580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63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63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Utopian Lewis</dc:creator>
  <cp:lastModifiedBy>Utopian Lewis</cp:lastModifiedBy>
  <cp:revision>18</cp:revision>
  <dcterms:created xsi:type="dcterms:W3CDTF">2026-04-30T11:18:49Z</dcterms:created>
  <dcterms:modified xsi:type="dcterms:W3CDTF">2026-04-30T12:40:29Z</dcterms:modified>
</cp:coreProperties>
</file>